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3"/>
  </p:notesMasterIdLst>
  <p:sldIdLst>
    <p:sldId id="334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ama Oryan" initials="NO" lastIdx="1" clrIdx="0"/>
  <p:cmAuthor id="2" name="Gilad Marcus" initials="GM" lastIdx="2" clrIdx="1">
    <p:extLst>
      <p:ext uri="{19B8F6BF-5375-455C-9EA6-DF929625EA0E}">
        <p15:presenceInfo xmlns:p15="http://schemas.microsoft.com/office/powerpoint/2012/main" userId="Gilad Marc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77987"/>
    <a:srgbClr val="0852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AE631-89CB-444A-ABCB-09868F6DE5CF}" v="22" dt="2025-10-20T11:46:21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83208"/>
  </p:normalViewPr>
  <p:slideViewPr>
    <p:cSldViewPr snapToGrid="0">
      <p:cViewPr varScale="1">
        <p:scale>
          <a:sx n="55" d="100"/>
          <a:sy n="55" d="100"/>
        </p:scale>
        <p:origin x="64" y="52"/>
      </p:cViewPr>
      <p:guideLst>
        <p:guide pos="3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av palti" userId="c25db1317ea3f3ee" providerId="LiveId" clId="{1521BA40-A107-4BE7-8FC3-8E36BCB1F19C}"/>
    <pc:docChg chg="undo custSel addSld delSld modSld">
      <pc:chgData name="yoav palti" userId="c25db1317ea3f3ee" providerId="LiveId" clId="{1521BA40-A107-4BE7-8FC3-8E36BCB1F19C}" dt="2025-10-20T11:46:21.029" v="87"/>
      <pc:docMkLst>
        <pc:docMk/>
      </pc:docMkLst>
      <pc:sldChg chg="add del">
        <pc:chgData name="yoav palti" userId="c25db1317ea3f3ee" providerId="LiveId" clId="{1521BA40-A107-4BE7-8FC3-8E36BCB1F19C}" dt="2025-10-19T21:25:14.317" v="8" actId="47"/>
        <pc:sldMkLst>
          <pc:docMk/>
          <pc:sldMk cId="1895283859" sldId="333"/>
        </pc:sldMkLst>
      </pc:sldChg>
      <pc:sldChg chg="addSp delSp modSp mod modAnim">
        <pc:chgData name="yoav palti" userId="c25db1317ea3f3ee" providerId="LiveId" clId="{1521BA40-A107-4BE7-8FC3-8E36BCB1F19C}" dt="2025-10-20T11:46:21.029" v="87"/>
        <pc:sldMkLst>
          <pc:docMk/>
          <pc:sldMk cId="2177275239" sldId="334"/>
        </pc:sldMkLst>
        <pc:spChg chg="mod">
          <ac:chgData name="yoav palti" userId="c25db1317ea3f3ee" providerId="LiveId" clId="{1521BA40-A107-4BE7-8FC3-8E36BCB1F19C}" dt="2025-10-19T21:41:34.487" v="86" actId="2711"/>
          <ac:spMkLst>
            <pc:docMk/>
            <pc:sldMk cId="2177275239" sldId="334"/>
            <ac:spMk id="5" creationId="{503782D8-EE7A-814D-B467-BDA5F86291B5}"/>
          </ac:spMkLst>
        </pc:spChg>
        <pc:spChg chg="mod">
          <ac:chgData name="yoav palti" userId="c25db1317ea3f3ee" providerId="LiveId" clId="{1521BA40-A107-4BE7-8FC3-8E36BCB1F19C}" dt="2025-10-19T21:26:14.993" v="58" actId="1076"/>
          <ac:spMkLst>
            <pc:docMk/>
            <pc:sldMk cId="2177275239" sldId="334"/>
            <ac:spMk id="7" creationId="{F69504FA-38D2-C1F0-45E0-3F0633B67FB3}"/>
          </ac:spMkLst>
        </pc:spChg>
        <pc:spChg chg="mod">
          <ac:chgData name="yoav palti" userId="c25db1317ea3f3ee" providerId="LiveId" clId="{1521BA40-A107-4BE7-8FC3-8E36BCB1F19C}" dt="2025-10-19T21:26:14.993" v="58" actId="1076"/>
          <ac:spMkLst>
            <pc:docMk/>
            <pc:sldMk cId="2177275239" sldId="334"/>
            <ac:spMk id="11" creationId="{374C5585-42E0-BFC6-2C61-7442ACA37CC6}"/>
          </ac:spMkLst>
        </pc:spChg>
        <pc:spChg chg="mod">
          <ac:chgData name="yoav palti" userId="c25db1317ea3f3ee" providerId="LiveId" clId="{1521BA40-A107-4BE7-8FC3-8E36BCB1F19C}" dt="2025-10-19T21:26:14.993" v="58" actId="1076"/>
          <ac:spMkLst>
            <pc:docMk/>
            <pc:sldMk cId="2177275239" sldId="334"/>
            <ac:spMk id="12" creationId="{D98EDECD-0AD5-E3FC-6164-204475E9146D}"/>
          </ac:spMkLst>
        </pc:spChg>
        <pc:spChg chg="mod">
          <ac:chgData name="yoav palti" userId="c25db1317ea3f3ee" providerId="LiveId" clId="{1521BA40-A107-4BE7-8FC3-8E36BCB1F19C}" dt="2025-10-19T21:41:34.487" v="86" actId="2711"/>
          <ac:spMkLst>
            <pc:docMk/>
            <pc:sldMk cId="2177275239" sldId="334"/>
            <ac:spMk id="13" creationId="{527D76AC-6AEA-B4D5-297F-2AA185E064E1}"/>
          </ac:spMkLst>
        </pc:spChg>
        <pc:spChg chg="mod">
          <ac:chgData name="yoav palti" userId="c25db1317ea3f3ee" providerId="LiveId" clId="{1521BA40-A107-4BE7-8FC3-8E36BCB1F19C}" dt="2025-10-19T21:26:14.993" v="58" actId="1076"/>
          <ac:spMkLst>
            <pc:docMk/>
            <pc:sldMk cId="2177275239" sldId="334"/>
            <ac:spMk id="14" creationId="{7B05D80B-DBB5-38FA-1002-B3F46E2BE6D7}"/>
          </ac:spMkLst>
        </pc:spChg>
        <pc:spChg chg="add del">
          <ac:chgData name="yoav palti" userId="c25db1317ea3f3ee" providerId="LiveId" clId="{1521BA40-A107-4BE7-8FC3-8E36BCB1F19C}" dt="2025-10-19T21:33:53.950" v="69" actId="478"/>
          <ac:spMkLst>
            <pc:docMk/>
            <pc:sldMk cId="2177275239" sldId="334"/>
            <ac:spMk id="21" creationId="{22E15A04-E02F-C598-36DF-0DDEBE29DF7A}"/>
          </ac:spMkLst>
        </pc:spChg>
        <pc:spChg chg="mod">
          <ac:chgData name="yoav palti" userId="c25db1317ea3f3ee" providerId="LiveId" clId="{1521BA40-A107-4BE7-8FC3-8E36BCB1F19C}" dt="2025-10-19T21:26:48.903" v="66" actId="164"/>
          <ac:spMkLst>
            <pc:docMk/>
            <pc:sldMk cId="2177275239" sldId="334"/>
            <ac:spMk id="24" creationId="{50A08079-92A3-75CA-3748-E73842052599}"/>
          </ac:spMkLst>
        </pc:spChg>
        <pc:spChg chg="mod">
          <ac:chgData name="yoav palti" userId="c25db1317ea3f3ee" providerId="LiveId" clId="{1521BA40-A107-4BE7-8FC3-8E36BCB1F19C}" dt="2025-10-19T21:41:34.487" v="86" actId="2711"/>
          <ac:spMkLst>
            <pc:docMk/>
            <pc:sldMk cId="2177275239" sldId="334"/>
            <ac:spMk id="25" creationId="{66442D67-CA84-C415-AE1D-39F0B7EFF7BC}"/>
          </ac:spMkLst>
        </pc:spChg>
        <pc:spChg chg="mod">
          <ac:chgData name="yoav palti" userId="c25db1317ea3f3ee" providerId="LiveId" clId="{1521BA40-A107-4BE7-8FC3-8E36BCB1F19C}" dt="2025-10-19T21:18:05.094" v="7" actId="404"/>
          <ac:spMkLst>
            <pc:docMk/>
            <pc:sldMk cId="2177275239" sldId="334"/>
            <ac:spMk id="26" creationId="{C236EC72-A8A3-27E2-1184-80197A0ADC80}"/>
          </ac:spMkLst>
        </pc:spChg>
        <pc:spChg chg="mod">
          <ac:chgData name="yoav palti" userId="c25db1317ea3f3ee" providerId="LiveId" clId="{1521BA40-A107-4BE7-8FC3-8E36BCB1F19C}" dt="2025-10-19T21:41:34.487" v="86" actId="2711"/>
          <ac:spMkLst>
            <pc:docMk/>
            <pc:sldMk cId="2177275239" sldId="334"/>
            <ac:spMk id="28" creationId="{F2B2B8A1-77AB-9069-E5E8-CAABB821EAF1}"/>
          </ac:spMkLst>
        </pc:spChg>
        <pc:spChg chg="mod">
          <ac:chgData name="yoav palti" userId="c25db1317ea3f3ee" providerId="LiveId" clId="{1521BA40-A107-4BE7-8FC3-8E36BCB1F19C}" dt="2025-10-19T21:41:34.487" v="86" actId="2711"/>
          <ac:spMkLst>
            <pc:docMk/>
            <pc:sldMk cId="2177275239" sldId="334"/>
            <ac:spMk id="38" creationId="{44C58332-F085-F6E7-F04D-D83AAA000343}"/>
          </ac:spMkLst>
        </pc:spChg>
        <pc:spChg chg="mod">
          <ac:chgData name="yoav palti" userId="c25db1317ea3f3ee" providerId="LiveId" clId="{1521BA40-A107-4BE7-8FC3-8E36BCB1F19C}" dt="2025-10-19T21:41:34.487" v="86" actId="2711"/>
          <ac:spMkLst>
            <pc:docMk/>
            <pc:sldMk cId="2177275239" sldId="334"/>
            <ac:spMk id="50" creationId="{CEDD6199-E8EB-55C7-58A8-BB6BC8F66ED5}"/>
          </ac:spMkLst>
        </pc:spChg>
        <pc:grpChg chg="add mod">
          <ac:chgData name="yoav palti" userId="c25db1317ea3f3ee" providerId="LiveId" clId="{1521BA40-A107-4BE7-8FC3-8E36BCB1F19C}" dt="2025-10-19T21:26:48.903" v="66" actId="164"/>
          <ac:grpSpMkLst>
            <pc:docMk/>
            <pc:sldMk cId="2177275239" sldId="334"/>
            <ac:grpSpMk id="4" creationId="{5AE86858-8C8D-F418-3AED-EFF206249A00}"/>
          </ac:grpSpMkLst>
        </pc:grpChg>
        <pc:grpChg chg="mod">
          <ac:chgData name="yoav palti" userId="c25db1317ea3f3ee" providerId="LiveId" clId="{1521BA40-A107-4BE7-8FC3-8E36BCB1F19C}" dt="2025-10-19T21:26:14.993" v="58" actId="1076"/>
          <ac:grpSpMkLst>
            <pc:docMk/>
            <pc:sldMk cId="2177275239" sldId="334"/>
            <ac:grpSpMk id="15" creationId="{189A0765-BA8A-50C2-9514-074F4F2C52B8}"/>
          </ac:grpSpMkLst>
        </pc:grpChg>
        <pc:grpChg chg="mod">
          <ac:chgData name="yoav palti" userId="c25db1317ea3f3ee" providerId="LiveId" clId="{1521BA40-A107-4BE7-8FC3-8E36BCB1F19C}" dt="2025-10-19T21:26:14.993" v="58" actId="1076"/>
          <ac:grpSpMkLst>
            <pc:docMk/>
            <pc:sldMk cId="2177275239" sldId="334"/>
            <ac:grpSpMk id="16" creationId="{DA988D95-D8DF-7E33-CD17-922D98A1E205}"/>
          </ac:grpSpMkLst>
        </pc:grpChg>
        <pc:grpChg chg="mod">
          <ac:chgData name="yoav palti" userId="c25db1317ea3f3ee" providerId="LiveId" clId="{1521BA40-A107-4BE7-8FC3-8E36BCB1F19C}" dt="2025-10-19T21:38:22.275" v="85" actId="2711"/>
          <ac:grpSpMkLst>
            <pc:docMk/>
            <pc:sldMk cId="2177275239" sldId="334"/>
            <ac:grpSpMk id="20" creationId="{E98C047F-A9DA-8F6E-5CD4-F1D81329864F}"/>
          </ac:grpSpMkLst>
        </pc:grpChg>
        <pc:grpChg chg="del mod">
          <ac:chgData name="yoav palti" userId="c25db1317ea3f3ee" providerId="LiveId" clId="{1521BA40-A107-4BE7-8FC3-8E36BCB1F19C}" dt="2025-10-19T21:26:40.905" v="62" actId="478"/>
          <ac:grpSpMkLst>
            <pc:docMk/>
            <pc:sldMk cId="2177275239" sldId="334"/>
            <ac:grpSpMk id="36" creationId="{7E279F77-992B-DC8F-6598-082326CEC7A5}"/>
          </ac:grpSpMkLst>
        </pc:grpChg>
        <pc:grpChg chg="del mod">
          <ac:chgData name="yoav palti" userId="c25db1317ea3f3ee" providerId="LiveId" clId="{1521BA40-A107-4BE7-8FC3-8E36BCB1F19C}" dt="2025-10-19T21:31:29.603" v="67" actId="478"/>
          <ac:grpSpMkLst>
            <pc:docMk/>
            <pc:sldMk cId="2177275239" sldId="334"/>
            <ac:grpSpMk id="40" creationId="{D959DAAA-C912-AD8D-676F-BF4E18F5FD8D}"/>
          </ac:grpSpMkLst>
        </pc:grpChg>
        <pc:grpChg chg="mod">
          <ac:chgData name="yoav palti" userId="c25db1317ea3f3ee" providerId="LiveId" clId="{1521BA40-A107-4BE7-8FC3-8E36BCB1F19C}" dt="2025-10-19T21:41:34.487" v="86" actId="2711"/>
          <ac:grpSpMkLst>
            <pc:docMk/>
            <pc:sldMk cId="2177275239" sldId="334"/>
            <ac:grpSpMk id="42" creationId="{CECB4663-AF2B-ED2D-3AF1-1F262B44F711}"/>
          </ac:grpSpMkLst>
        </pc:grpChg>
        <pc:grpChg chg="del">
          <ac:chgData name="yoav palti" userId="c25db1317ea3f3ee" providerId="LiveId" clId="{1521BA40-A107-4BE7-8FC3-8E36BCB1F19C}" dt="2025-10-19T21:26:07.742" v="55" actId="478"/>
          <ac:grpSpMkLst>
            <pc:docMk/>
            <pc:sldMk cId="2177275239" sldId="334"/>
            <ac:grpSpMk id="48" creationId="{2EC396B8-4749-BDC0-21A4-972EBE52AEAA}"/>
          </ac:grpSpMkLst>
        </pc:grpChg>
        <pc:picChg chg="add mod">
          <ac:chgData name="yoav palti" userId="c25db1317ea3f3ee" providerId="LiveId" clId="{1521BA40-A107-4BE7-8FC3-8E36BCB1F19C}" dt="2025-10-19T21:26:48.903" v="66" actId="164"/>
          <ac:picMkLst>
            <pc:docMk/>
            <pc:sldMk cId="2177275239" sldId="334"/>
            <ac:picMk id="3" creationId="{5CDFC6CA-31AA-8CDF-B92E-BDC5F15A98BB}"/>
          </ac:picMkLst>
        </pc:picChg>
        <pc:picChg chg="mod">
          <ac:chgData name="yoav palti" userId="c25db1317ea3f3ee" providerId="LiveId" clId="{1521BA40-A107-4BE7-8FC3-8E36BCB1F19C}" dt="2025-10-19T21:41:34.487" v="86" actId="2711"/>
          <ac:picMkLst>
            <pc:docMk/>
            <pc:sldMk cId="2177275239" sldId="334"/>
            <ac:picMk id="6" creationId="{25A2541C-1FC0-A843-A55F-FD58DD34EEC5}"/>
          </ac:picMkLst>
        </pc:picChg>
        <pc:picChg chg="mod">
          <ac:chgData name="yoav palti" userId="c25db1317ea3f3ee" providerId="LiveId" clId="{1521BA40-A107-4BE7-8FC3-8E36BCB1F19C}" dt="2025-10-19T21:26:14.993" v="58" actId="1076"/>
          <ac:picMkLst>
            <pc:docMk/>
            <pc:sldMk cId="2177275239" sldId="334"/>
            <ac:picMk id="10" creationId="{61C8C72D-571A-2803-9716-0633F7701650}"/>
          </ac:picMkLst>
        </pc:picChg>
        <pc:picChg chg="add del mod modCrop">
          <ac:chgData name="yoav palti" userId="c25db1317ea3f3ee" providerId="LiveId" clId="{1521BA40-A107-4BE7-8FC3-8E36BCB1F19C}" dt="2025-10-19T21:34:34.502" v="75" actId="478"/>
          <ac:picMkLst>
            <pc:docMk/>
            <pc:sldMk cId="2177275239" sldId="334"/>
            <ac:picMk id="23" creationId="{8D7593EB-9382-C2F7-4EA3-41AC8D660A70}"/>
          </ac:picMkLst>
        </pc:picChg>
        <pc:picChg chg="add mod modCrop">
          <ac:chgData name="yoav palti" userId="c25db1317ea3f3ee" providerId="LiveId" clId="{1521BA40-A107-4BE7-8FC3-8E36BCB1F19C}" dt="2025-10-19T21:41:34.487" v="86" actId="2711"/>
          <ac:picMkLst>
            <pc:docMk/>
            <pc:sldMk cId="2177275239" sldId="334"/>
            <ac:picMk id="29" creationId="{96ECDE3C-7BF9-587A-3D23-6A500FC04EFB}"/>
          </ac:picMkLst>
        </pc:picChg>
        <pc:picChg chg="del mod">
          <ac:chgData name="yoav palti" userId="c25db1317ea3f3ee" providerId="LiveId" clId="{1521BA40-A107-4BE7-8FC3-8E36BCB1F19C}" dt="2025-10-19T21:26:40.905" v="62" actId="478"/>
          <ac:picMkLst>
            <pc:docMk/>
            <pc:sldMk cId="2177275239" sldId="334"/>
            <ac:picMk id="35" creationId="{4B77518D-1D89-E8A8-3CAD-95C6999CE4F7}"/>
          </ac:picMkLst>
        </pc:picChg>
        <pc:picChg chg="mod">
          <ac:chgData name="yoav palti" userId="c25db1317ea3f3ee" providerId="LiveId" clId="{1521BA40-A107-4BE7-8FC3-8E36BCB1F19C}" dt="2025-10-19T21:18:02.270" v="3"/>
          <ac:picMkLst>
            <pc:docMk/>
            <pc:sldMk cId="2177275239" sldId="334"/>
            <ac:picMk id="1026" creationId="{302803CB-E084-EC37-1681-9812AF0F300C}"/>
          </ac:picMkLst>
        </pc:picChg>
        <pc:picChg chg="mod">
          <ac:chgData name="yoav palti" userId="c25db1317ea3f3ee" providerId="LiveId" clId="{1521BA40-A107-4BE7-8FC3-8E36BCB1F19C}" dt="2025-10-19T21:41:34.487" v="86" actId="2711"/>
          <ac:picMkLst>
            <pc:docMk/>
            <pc:sldMk cId="2177275239" sldId="334"/>
            <ac:picMk id="1030" creationId="{2A4E80B1-2416-1086-1EA3-B0AEA6CFE844}"/>
          </ac:picMkLst>
        </pc:picChg>
        <pc:picChg chg="del mod">
          <ac:chgData name="yoav palti" userId="c25db1317ea3f3ee" providerId="LiveId" clId="{1521BA40-A107-4BE7-8FC3-8E36BCB1F19C}" dt="2025-10-19T21:31:29.603" v="67" actId="478"/>
          <ac:picMkLst>
            <pc:docMk/>
            <pc:sldMk cId="2177275239" sldId="334"/>
            <ac:picMk id="1032" creationId="{992B3E82-4AA2-372D-CB97-988A536617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30018-1A6D-4515-8714-DAEB5E54166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0E5D6-60E6-46E1-A8E0-CB422B80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04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0E5D6-60E6-46E1-A8E0-CB422B80D3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55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BF7FB6-9992-694F-8B37-3EC50090B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AF6E5AC-017C-D74D-A1DA-2026307EC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3320EE8-1FDC-4B44-981D-606ED0E31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EFC6-579B-574B-8870-0D680B0C583A}" type="datetimeFigureOut">
              <a:rPr lang="he-IL" smtClean="0"/>
              <a:t>כ"ח/תשרי/תשפ"ו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A474324-A53A-694A-9FCD-1618CDB82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C9D6E20-2E3B-7847-80DB-B36E1AEA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AC538-8B19-DE4E-9994-C3A459FBCFA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2361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5693267-29DD-3C43-A2BA-0F7B96BC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9919E2-DC88-4947-B05C-7B508EB2F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9FA80F7-A881-BC41-B90C-C1FFEF5C9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EFC6-579B-574B-8870-0D680B0C583A}" type="datetimeFigureOut">
              <a:rPr lang="he-IL" smtClean="0"/>
              <a:t>כ"ח/תשרי/תשפ"ו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A72FEA-B3CF-F94B-B38F-33E325EB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500C18A-DB41-9848-9BA1-1FB0B417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AC538-8B19-DE4E-9994-C3A459FBCFA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964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D59985-0C9D-7242-A017-B01C19AD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507AFFC-8F80-8642-BA3A-6E2254DC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F1B962C-56E9-664E-88A4-1DD455F0C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EFC6-579B-574B-8870-0D680B0C583A}" type="datetimeFigureOut">
              <a:rPr lang="he-IL" smtClean="0"/>
              <a:t>כ"ח/תשרי/תשפ"ו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8D2E380-9314-BB47-A62D-D0CA36EE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1341FB8-8CD2-E949-9665-2B7FE8845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AC538-8B19-DE4E-9994-C3A459FBCFA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7627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DCF454-4C71-3B45-A3FC-76711C37E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143EE63-FDFC-E74E-8FFB-67E9C9063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6B2B55E-CE81-3F47-A6AB-085FAF738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173E3E7-1561-2C42-8714-05409C375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EFC6-579B-574B-8870-0D680B0C583A}" type="datetimeFigureOut">
              <a:rPr lang="he-IL" smtClean="0"/>
              <a:t>כ"ח/תשרי/תשפ"ו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5B21C4E-1A6C-D14E-A331-2C0E8A17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225E66C-82AF-994E-9FAB-ADEC32CD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AC538-8B19-DE4E-9994-C3A459FBCFA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4407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3335F2-9C5C-4A4F-BB9F-AEDC22E3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D508652-B675-8E4A-A9A5-E3DE69F87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2EC2B83-5E8E-F547-B675-D23C600B0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AB11E29-E9C2-564C-BA6C-B02D353DA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C68B717-AE88-284D-BC8F-993AB49F7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C20E16C-4044-404D-89C8-589430C83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EFC6-579B-574B-8870-0D680B0C583A}" type="datetimeFigureOut">
              <a:rPr lang="he-IL" smtClean="0"/>
              <a:t>כ"ח/תשרי/תשפ"ו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F4A3EFB-2F39-D548-A011-03E0AFBC2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37C7B76-D268-8842-A371-B0F437D35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AC538-8B19-DE4E-9994-C3A459FBCFA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910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212E515-EC55-D641-9463-E8A40FBB7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22D340D-0A11-CF44-B64A-15D924E5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EFC6-579B-574B-8870-0D680B0C583A}" type="datetimeFigureOut">
              <a:rPr lang="he-IL" smtClean="0"/>
              <a:t>כ"ח/תשרי/תשפ"ו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CDE6A52-D822-EA42-B1E8-FD873877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69244CC-5153-6647-9D7F-3B66DF08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AC538-8B19-DE4E-9994-C3A459FBCFA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823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3B3BB5F-D5A9-5843-A142-529A0552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EFC6-579B-574B-8870-0D680B0C583A}" type="datetimeFigureOut">
              <a:rPr lang="he-IL" smtClean="0"/>
              <a:t>כ"ח/תשרי/תשפ"ו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4764A67-2049-144C-8635-1C887D1F7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A45C637-6235-9E44-A8CD-D08941D55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AC538-8B19-DE4E-9994-C3A459FBCFA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371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6EF05F-1F3D-324C-A52B-1C0D004E8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9C5054D-46BF-D441-8458-D836C15F2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88AC010-BD29-8042-B910-CEED01E3D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925D6EF-1864-8D4E-93BA-850CA6F3E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EFC6-579B-574B-8870-0D680B0C583A}" type="datetimeFigureOut">
              <a:rPr lang="he-IL" smtClean="0"/>
              <a:t>כ"ח/תשרי/תשפ"ו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931D86A-E62E-FD4D-B123-8FB888AB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8E3481D-38E8-6A4C-947A-8BAB8B7A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AC538-8B19-DE4E-9994-C3A459FBCFA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6150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725B1D-2DB7-7F49-971C-07D35550D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A26B872-07DF-234B-9EBB-BB5092FAF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7763B49-91E6-0348-A50E-0B86F3292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D5950CA-2099-3248-BEC3-9FFF5160A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EFC6-579B-574B-8870-0D680B0C583A}" type="datetimeFigureOut">
              <a:rPr lang="he-IL" smtClean="0"/>
              <a:t>כ"ח/תשרי/תשפ"ו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14A1771-C442-E247-A640-00A464C5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61F8E29-285F-A24D-9969-1796D106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AC538-8B19-DE4E-9994-C3A459FBCFA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2535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08BC0E-D828-1040-A0D6-A5F80E11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4EAE8B3-607D-7947-875A-B83A1EA17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B13D829-74AF-5841-AC08-E37655BA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EFC6-579B-574B-8870-0D680B0C583A}" type="datetimeFigureOut">
              <a:rPr lang="he-IL" smtClean="0"/>
              <a:t>כ"ח/תשרי/תשפ"ו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E3A1294-009C-3A4F-A7E3-B3709717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89AE3B1-4A24-3B42-B802-3A354B20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AC538-8B19-DE4E-9994-C3A459FBCFA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64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0D2443BB-A24B-D247-A463-348E10C6AB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3F3C55C-BAC7-3949-9821-E5F145DD8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48D4D8D-4CE8-1E45-9832-9394A164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EFC6-579B-574B-8870-0D680B0C583A}" type="datetimeFigureOut">
              <a:rPr lang="he-IL" smtClean="0"/>
              <a:t>כ"ח/תשרי/תשפ"ו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0DB5628-E8AA-9E47-8BA8-C3B705440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FEB401E-266B-544A-BA75-2602DEF5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AC538-8B19-DE4E-9994-C3A459FBCFA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360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93C053C-DDC9-9D46-8213-E8CA2A2F7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25A6263-23E7-A64D-9658-3D2ADDA54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21B0254-58D7-9949-9321-E416FABE2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EEFC6-579B-574B-8870-0D680B0C583A}" type="datetimeFigureOut">
              <a:rPr lang="he-IL" smtClean="0"/>
              <a:t>כ"ח/תשרי/תשפ"ו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2C93452-F64F-2B4C-9F7E-6B0D7AA8A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687DE9B-C3B6-6D43-A242-2851F6421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AC538-8B19-DE4E-9994-C3A459FBCFA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54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70.png"/><Relationship Id="rId5" Type="http://schemas.openxmlformats.org/officeDocument/2006/relationships/image" Target="../media/image3.png"/><Relationship Id="rId15" Type="http://schemas.openxmlformats.org/officeDocument/2006/relationships/image" Target="../media/image10.png"/><Relationship Id="rId10" Type="http://schemas.openxmlformats.org/officeDocument/2006/relationships/image" Target="../media/image26.png"/><Relationship Id="rId4" Type="http://schemas.openxmlformats.org/officeDocument/2006/relationships/image" Target="../media/image2.jpeg"/><Relationship Id="rId9" Type="http://schemas.openxmlformats.org/officeDocument/2006/relationships/image" Target="../media/image25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503782D8-EE7A-814D-B467-BDA5F86291B5}"/>
              </a:ext>
            </a:extLst>
          </p:cNvPr>
          <p:cNvSpPr txBox="1"/>
          <p:nvPr/>
        </p:nvSpPr>
        <p:spPr>
          <a:xfrm>
            <a:off x="1692614" y="15412"/>
            <a:ext cx="8271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4800" b="1" dirty="0">
                <a:solidFill>
                  <a:srgbClr val="08525B"/>
                </a:solidFill>
                <a:latin typeface="Rubik" pitchFamily="2" charset="-79"/>
                <a:cs typeface="Rubik" pitchFamily="2" charset="-79"/>
              </a:rPr>
              <a:t>מה זו ״הנדסה״? 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5A2541C-1FC0-A843-A55F-FD58DD34E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32" y="1"/>
            <a:ext cx="1878767" cy="2589462"/>
          </a:xfrm>
          <a:prstGeom prst="rect">
            <a:avLst/>
          </a:prstGeom>
        </p:spPr>
      </p:pic>
      <p:sp>
        <p:nvSpPr>
          <p:cNvPr id="25" name="TextBox 3">
            <a:extLst>
              <a:ext uri="{FF2B5EF4-FFF2-40B4-BE49-F238E27FC236}">
                <a16:creationId xmlns:a16="http://schemas.microsoft.com/office/drawing/2014/main" id="{66442D67-CA84-C415-AE1D-39F0B7EFF7BC}"/>
              </a:ext>
            </a:extLst>
          </p:cNvPr>
          <p:cNvSpPr txBox="1"/>
          <p:nvPr/>
        </p:nvSpPr>
        <p:spPr>
          <a:xfrm>
            <a:off x="154744" y="761454"/>
            <a:ext cx="111838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eaLnBrk="1" latinLnBrk="0" hangingPunct="1"/>
            <a:r>
              <a:rPr lang="he-IL" sz="4400" b="1" dirty="0">
                <a:solidFill>
                  <a:srgbClr val="08525B"/>
                </a:solidFill>
                <a:latin typeface="Rubik" pitchFamily="2" charset="-79"/>
                <a:cs typeface="Rubik" pitchFamily="2" charset="-79"/>
              </a:rPr>
              <a:t>״רמות הפשטה/אבסטרקציה״ </a:t>
            </a:r>
            <a:endParaRPr lang="en-US" sz="3600" dirty="0">
              <a:solidFill>
                <a:srgbClr val="08525B"/>
              </a:solidFill>
              <a:latin typeface="Rubik" pitchFamily="2" charset="-79"/>
              <a:cs typeface="Rubik" pitchFamily="2" charset="-79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ECB4663-AF2B-ED2D-3AF1-1F262B44F711}"/>
              </a:ext>
            </a:extLst>
          </p:cNvPr>
          <p:cNvGrpSpPr/>
          <p:nvPr/>
        </p:nvGrpSpPr>
        <p:grpSpPr>
          <a:xfrm>
            <a:off x="-718977" y="2235520"/>
            <a:ext cx="3162292" cy="2810565"/>
            <a:chOff x="-718977" y="2235520"/>
            <a:chExt cx="3162292" cy="2810565"/>
          </a:xfrm>
        </p:grpSpPr>
        <p:sp>
          <p:nvSpPr>
            <p:cNvPr id="26" name="TextBox 3">
              <a:extLst>
                <a:ext uri="{FF2B5EF4-FFF2-40B4-BE49-F238E27FC236}">
                  <a16:creationId xmlns:a16="http://schemas.microsoft.com/office/drawing/2014/main" id="{C236EC72-A8A3-27E2-1184-80197A0ADC80}"/>
                </a:ext>
              </a:extLst>
            </p:cNvPr>
            <p:cNvSpPr txBox="1"/>
            <p:nvPr/>
          </p:nvSpPr>
          <p:spPr>
            <a:xfrm>
              <a:off x="-207760" y="2235520"/>
              <a:ext cx="230032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e-IL" sz="4400" b="1" dirty="0">
                  <a:solidFill>
                    <a:srgbClr val="08525B"/>
                  </a:solidFill>
                  <a:latin typeface="Rubik" pitchFamily="2" charset="-79"/>
                  <a:cs typeface="Rubik" pitchFamily="2" charset="-79"/>
                </a:rPr>
                <a:t>פיתוח</a:t>
              </a:r>
            </a:p>
            <a:p>
              <a:pPr algn="ctr"/>
              <a:r>
                <a:rPr lang="he-IL" sz="2000" dirty="0">
                  <a:solidFill>
                    <a:srgbClr val="08525B"/>
                  </a:solidFill>
                  <a:latin typeface="Rubik" pitchFamily="2" charset="-79"/>
                  <a:cs typeface="Rubik" pitchFamily="2" charset="-79"/>
                </a:rPr>
                <a:t>(שמשפר את חיינו)</a:t>
              </a:r>
            </a:p>
          </p:txBody>
        </p:sp>
        <p:pic>
          <p:nvPicPr>
            <p:cNvPr id="1026" name="Picture 2" descr="Apple introduces iPhone 14 and iPhone 14 Plus - Apple (IL)">
              <a:extLst>
                <a:ext uri="{FF2B5EF4-FFF2-40B4-BE49-F238E27FC236}">
                  <a16:creationId xmlns:a16="http://schemas.microsoft.com/office/drawing/2014/main" id="{302803CB-E084-EC37-1681-9812AF0F30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BFBFB"/>
                </a:clrFrom>
                <a:clrTo>
                  <a:srgbClr val="FBFBF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18977" y="3383332"/>
              <a:ext cx="3162292" cy="1662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Right Arrow 27">
            <a:extLst>
              <a:ext uri="{FF2B5EF4-FFF2-40B4-BE49-F238E27FC236}">
                <a16:creationId xmlns:a16="http://schemas.microsoft.com/office/drawing/2014/main" id="{F2B2B8A1-77AB-9069-E5E8-CAABB821EAF1}"/>
              </a:ext>
            </a:extLst>
          </p:cNvPr>
          <p:cNvSpPr/>
          <p:nvPr/>
        </p:nvSpPr>
        <p:spPr>
          <a:xfrm flipH="1">
            <a:off x="2092569" y="2332209"/>
            <a:ext cx="8400857" cy="5975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he-IL" dirty="0">
                <a:latin typeface="Rubik" pitchFamily="2" charset="-79"/>
                <a:cs typeface="Rubik" pitchFamily="2" charset="-79"/>
              </a:rPr>
              <a:t>רמות אבסטרקציה / הפשטה</a:t>
            </a:r>
            <a:endParaRPr lang="en-IL" dirty="0">
              <a:latin typeface="Rubik" pitchFamily="2" charset="-79"/>
              <a:cs typeface="Rubik" pitchFamily="2" charset="-79"/>
            </a:endParaRPr>
          </a:p>
        </p:txBody>
      </p:sp>
      <p:pic>
        <p:nvPicPr>
          <p:cNvPr id="1030" name="Picture 6" descr="The Pale Blue Dot That Always Makes Me Cry | MEADOR.ORG">
            <a:extLst>
              <a:ext uri="{FF2B5EF4-FFF2-40B4-BE49-F238E27FC236}">
                <a16:creationId xmlns:a16="http://schemas.microsoft.com/office/drawing/2014/main" id="{2A4E80B1-2416-1086-1EA3-B0AEA6CFE8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31" b="19612"/>
          <a:stretch/>
        </p:blipFill>
        <p:spPr bwMode="auto">
          <a:xfrm>
            <a:off x="6863766" y="7541632"/>
            <a:ext cx="5051425" cy="241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527D76AC-6AEA-B4D5-297F-2AA185E064E1}"/>
              </a:ext>
            </a:extLst>
          </p:cNvPr>
          <p:cNvSpPr txBox="1"/>
          <p:nvPr/>
        </p:nvSpPr>
        <p:spPr>
          <a:xfrm>
            <a:off x="10513827" y="2220260"/>
            <a:ext cx="1527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eaLnBrk="1" latinLnBrk="0" hangingPunct="1"/>
            <a:r>
              <a:rPr lang="he-IL" sz="4000" b="1" dirty="0">
                <a:solidFill>
                  <a:srgbClr val="08525B"/>
                </a:solidFill>
                <a:latin typeface="Rubik" pitchFamily="2" charset="-79"/>
                <a:cs typeface="Rubik" pitchFamily="2" charset="-79"/>
              </a:rPr>
              <a:t>הטבע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ACD7CB-67F8-749D-41F7-05D083AA2380}"/>
              </a:ext>
            </a:extLst>
          </p:cNvPr>
          <p:cNvGrpSpPr/>
          <p:nvPr/>
        </p:nvGrpSpPr>
        <p:grpSpPr>
          <a:xfrm>
            <a:off x="8245151" y="2843084"/>
            <a:ext cx="2278044" cy="2371760"/>
            <a:chOff x="8034131" y="2843084"/>
            <a:chExt cx="2278044" cy="2371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A5F92BB-A7BF-DE52-A304-40A0DF4371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7268" t="53914" r="37140" b="-1"/>
            <a:stretch/>
          </p:blipFill>
          <p:spPr>
            <a:xfrm>
              <a:off x="8617367" y="3833612"/>
              <a:ext cx="1066800" cy="83774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E86BC6-B0E5-F37E-446B-00657823D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34131" y="4540064"/>
              <a:ext cx="2180058" cy="674780"/>
            </a:xfrm>
            <a:prstGeom prst="rect">
              <a:avLst/>
            </a:prstGeom>
          </p:spPr>
        </p:pic>
        <p:sp>
          <p:nvSpPr>
            <p:cNvPr id="2" name="TextBox 3">
              <a:extLst>
                <a:ext uri="{FF2B5EF4-FFF2-40B4-BE49-F238E27FC236}">
                  <a16:creationId xmlns:a16="http://schemas.microsoft.com/office/drawing/2014/main" id="{0196179B-CA4A-0A30-621A-E67A03840119}"/>
                </a:ext>
              </a:extLst>
            </p:cNvPr>
            <p:cNvSpPr txBox="1"/>
            <p:nvPr/>
          </p:nvSpPr>
          <p:spPr>
            <a:xfrm>
              <a:off x="8143067" y="2843084"/>
              <a:ext cx="216910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defTabSz="914400" eaLnBrk="1" latinLnBrk="0" hangingPunct="1"/>
              <a:r>
                <a:rPr lang="he-IL" sz="2000" dirty="0">
                  <a:solidFill>
                    <a:srgbClr val="08525B"/>
                  </a:solidFill>
                  <a:latin typeface="Rubik" pitchFamily="2" charset="-79"/>
                  <a:cs typeface="Rubik" pitchFamily="2" charset="-79"/>
                </a:rPr>
                <a:t>משוואות</a:t>
              </a:r>
              <a:r>
                <a:rPr lang="en-US" sz="2000" dirty="0">
                  <a:solidFill>
                    <a:srgbClr val="08525B"/>
                  </a:solidFill>
                  <a:latin typeface="Rubik" pitchFamily="2" charset="-79"/>
                  <a:cs typeface="Rubik" pitchFamily="2" charset="-79"/>
                </a:rPr>
                <a:t> </a:t>
              </a:r>
              <a:r>
                <a:rPr lang="he-IL" sz="2000" dirty="0">
                  <a:solidFill>
                    <a:srgbClr val="08525B"/>
                  </a:solidFill>
                  <a:latin typeface="Rubik" pitchFamily="2" charset="-79"/>
                  <a:cs typeface="Rubik" pitchFamily="2" charset="-79"/>
                </a:rPr>
                <a:t>האלקטרומגנטיות (משוואות </a:t>
              </a:r>
              <a:r>
                <a:rPr lang="he-IL" sz="2000" dirty="0" err="1">
                  <a:solidFill>
                    <a:srgbClr val="08525B"/>
                  </a:solidFill>
                  <a:latin typeface="Rubik" pitchFamily="2" charset="-79"/>
                  <a:cs typeface="Rubik" pitchFamily="2" charset="-79"/>
                </a:rPr>
                <a:t>מקסוול</a:t>
              </a:r>
              <a:r>
                <a:rPr lang="he-IL" sz="2000" dirty="0">
                  <a:solidFill>
                    <a:srgbClr val="08525B"/>
                  </a:solidFill>
                  <a:latin typeface="Rubik" pitchFamily="2" charset="-79"/>
                  <a:cs typeface="Rubik" pitchFamily="2" charset="-79"/>
                </a:rPr>
                <a:t>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A988D95-D8DF-7E33-CD17-922D98A1E205}"/>
              </a:ext>
            </a:extLst>
          </p:cNvPr>
          <p:cNvGrpSpPr/>
          <p:nvPr/>
        </p:nvGrpSpPr>
        <p:grpSpPr>
          <a:xfrm>
            <a:off x="6087244" y="2900178"/>
            <a:ext cx="2307581" cy="3150043"/>
            <a:chOff x="5878808" y="2973476"/>
            <a:chExt cx="2307581" cy="3150043"/>
          </a:xfrm>
        </p:grpSpPr>
        <p:pic>
          <p:nvPicPr>
            <p:cNvPr id="10" name="Picture 6" descr="Transmission Lines: From Lumped Element to Distributed Element Regimes -  Technical Articles">
              <a:extLst>
                <a:ext uri="{FF2B5EF4-FFF2-40B4-BE49-F238E27FC236}">
                  <a16:creationId xmlns:a16="http://schemas.microsoft.com/office/drawing/2014/main" id="{61C8C72D-571A-2803-9716-0633F77016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086" b="28519"/>
            <a:stretch/>
          </p:blipFill>
          <p:spPr bwMode="auto">
            <a:xfrm>
              <a:off x="6122757" y="3611936"/>
              <a:ext cx="1819684" cy="985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3">
              <a:extLst>
                <a:ext uri="{FF2B5EF4-FFF2-40B4-BE49-F238E27FC236}">
                  <a16:creationId xmlns:a16="http://schemas.microsoft.com/office/drawing/2014/main" id="{F69504FA-38D2-C1F0-45E0-3F0633B67FB3}"/>
                </a:ext>
              </a:extLst>
            </p:cNvPr>
            <p:cNvSpPr txBox="1"/>
            <p:nvPr/>
          </p:nvSpPr>
          <p:spPr>
            <a:xfrm>
              <a:off x="6290595" y="2973476"/>
              <a:ext cx="1557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defTabSz="914400" rtl="0" eaLnBrk="1" latinLnBrk="0" hangingPunct="1"/>
              <a:r>
                <a:rPr lang="he-IL" sz="2000" dirty="0">
                  <a:solidFill>
                    <a:srgbClr val="08525B"/>
                  </a:solidFill>
                  <a:latin typeface="Rubik" pitchFamily="2" charset="-79"/>
                  <a:cs typeface="Rubik" pitchFamily="2" charset="-79"/>
                </a:rPr>
                <a:t>רכיבים מקובצים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9A0765-BA8A-50C2-9514-074F4F2C52B8}"/>
                </a:ext>
              </a:extLst>
            </p:cNvPr>
            <p:cNvGrpSpPr/>
            <p:nvPr/>
          </p:nvGrpSpPr>
          <p:grpSpPr>
            <a:xfrm>
              <a:off x="5878808" y="4646145"/>
              <a:ext cx="2307581" cy="1477374"/>
              <a:chOff x="5809964" y="4059095"/>
              <a:chExt cx="2307581" cy="14773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374C5585-42E0-BFC6-2C61-7442ACA37CC6}"/>
                      </a:ext>
                    </a:extLst>
                  </p:cNvPr>
                  <p:cNvSpPr txBox="1"/>
                  <p:nvPr/>
                </p:nvSpPr>
                <p:spPr>
                  <a:xfrm>
                    <a:off x="6145443" y="4059095"/>
                    <a:ext cx="1457935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𝐼𝑅</m:t>
                          </m:r>
                        </m:oMath>
                      </m:oMathPara>
                    </a14:m>
                    <a:endParaRPr lang="en-US" sz="1600" b="0" dirty="0">
                      <a:latin typeface="Rubik" pitchFamily="2" charset="-79"/>
                      <a:cs typeface="Rubik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374C5585-42E0-BFC6-2C61-7442ACA37C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45443" y="4059095"/>
                    <a:ext cx="1457935" cy="24622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98EDECD-0AD5-E3FC-6164-204475E9146D}"/>
                      </a:ext>
                    </a:extLst>
                  </p:cNvPr>
                  <p:cNvSpPr txBox="1"/>
                  <p:nvPr/>
                </p:nvSpPr>
                <p:spPr>
                  <a:xfrm>
                    <a:off x="6145443" y="4351751"/>
                    <a:ext cx="1457935" cy="4675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𝑑𝐼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oMath>
                      </m:oMathPara>
                    </a14:m>
                    <a:endParaRPr lang="en-US" sz="1600" b="0" dirty="0">
                      <a:latin typeface="Rubik" pitchFamily="2" charset="-79"/>
                      <a:cs typeface="Rubik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98EDECD-0AD5-E3FC-6164-204475E914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45443" y="4351751"/>
                    <a:ext cx="1457935" cy="46750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5789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B05D80B-DBB5-38FA-1002-B3F46E2BE6D7}"/>
                      </a:ext>
                    </a:extLst>
                  </p:cNvPr>
                  <p:cNvSpPr txBox="1"/>
                  <p:nvPr/>
                </p:nvSpPr>
                <p:spPr>
                  <a:xfrm>
                    <a:off x="5809964" y="4890651"/>
                    <a:ext cx="2307581" cy="64581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oMath>
                      </m:oMathPara>
                    </a14:m>
                    <a:endParaRPr lang="en-US" sz="1600" b="0" dirty="0">
                      <a:latin typeface="Rubik" pitchFamily="2" charset="-79"/>
                      <a:cs typeface="Rubik" pitchFamily="2" charset="-79"/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B05D80B-DBB5-38FA-1002-B3F46E2BE6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09964" y="4890651"/>
                    <a:ext cx="2307581" cy="64581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151923" b="-207692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8C047F-A9DA-8F6E-5CD4-F1D81329864F}"/>
              </a:ext>
            </a:extLst>
          </p:cNvPr>
          <p:cNvGrpSpPr/>
          <p:nvPr/>
        </p:nvGrpSpPr>
        <p:grpSpPr>
          <a:xfrm>
            <a:off x="10423269" y="3079245"/>
            <a:ext cx="1819684" cy="2357035"/>
            <a:chOff x="10458439" y="3079245"/>
            <a:chExt cx="1819684" cy="2357035"/>
          </a:xfrm>
        </p:grpSpPr>
        <p:pic>
          <p:nvPicPr>
            <p:cNvPr id="18" name="Picture 4" descr="All the matter in the universe | HowStuffWorks">
              <a:extLst>
                <a:ext uri="{FF2B5EF4-FFF2-40B4-BE49-F238E27FC236}">
                  <a16:creationId xmlns:a16="http://schemas.microsoft.com/office/drawing/2014/main" id="{A15E3051-226A-9D1F-BDAE-07EB6AA8C6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91" r="12829"/>
            <a:stretch/>
          </p:blipFill>
          <p:spPr bwMode="auto">
            <a:xfrm>
              <a:off x="10572599" y="3812710"/>
              <a:ext cx="1536045" cy="1623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3">
              <a:extLst>
                <a:ext uri="{FF2B5EF4-FFF2-40B4-BE49-F238E27FC236}">
                  <a16:creationId xmlns:a16="http://schemas.microsoft.com/office/drawing/2014/main" id="{7E839925-B6FD-8399-F307-2A94EBA9559D}"/>
                </a:ext>
              </a:extLst>
            </p:cNvPr>
            <p:cNvSpPr txBox="1"/>
            <p:nvPr/>
          </p:nvSpPr>
          <p:spPr>
            <a:xfrm>
              <a:off x="10458439" y="3079245"/>
              <a:ext cx="181968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defTabSz="914400" eaLnBrk="1" latinLnBrk="0" hangingPunct="1"/>
              <a:r>
                <a:rPr lang="he-IL" sz="2000" dirty="0">
                  <a:solidFill>
                    <a:srgbClr val="08525B"/>
                  </a:solidFill>
                  <a:latin typeface="Rubik" pitchFamily="2" charset="-79"/>
                  <a:cs typeface="Rubik" pitchFamily="2" charset="-79"/>
                </a:rPr>
                <a:t>תופעות אלקטרומגנטיות</a:t>
              </a:r>
            </a:p>
          </p:txBody>
        </p:sp>
      </p:grpSp>
      <p:sp>
        <p:nvSpPr>
          <p:cNvPr id="38" name="TextBox 3">
            <a:extLst>
              <a:ext uri="{FF2B5EF4-FFF2-40B4-BE49-F238E27FC236}">
                <a16:creationId xmlns:a16="http://schemas.microsoft.com/office/drawing/2014/main" id="{44C58332-F085-F6E7-F04D-D83AAA000343}"/>
              </a:ext>
            </a:extLst>
          </p:cNvPr>
          <p:cNvSpPr txBox="1"/>
          <p:nvPr/>
        </p:nvSpPr>
        <p:spPr>
          <a:xfrm>
            <a:off x="2166590" y="2912761"/>
            <a:ext cx="1819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he-IL" sz="2000" dirty="0">
                <a:solidFill>
                  <a:srgbClr val="08525B"/>
                </a:solidFill>
                <a:latin typeface="Rubik" pitchFamily="2" charset="-79"/>
                <a:cs typeface="Rubik" pitchFamily="2" charset="-79"/>
              </a:rPr>
              <a:t>פרוטוקול</a:t>
            </a:r>
            <a:br>
              <a:rPr lang="en-US" sz="2000" dirty="0">
                <a:solidFill>
                  <a:srgbClr val="08525B"/>
                </a:solidFill>
                <a:latin typeface="Rubik" pitchFamily="2" charset="-79"/>
                <a:cs typeface="Rubik" pitchFamily="2" charset="-79"/>
              </a:rPr>
            </a:br>
            <a:r>
              <a:rPr lang="he-IL" sz="2000" dirty="0">
                <a:solidFill>
                  <a:srgbClr val="08525B"/>
                </a:solidFill>
                <a:latin typeface="Rubik" pitchFamily="2" charset="-79"/>
                <a:cs typeface="Rubik" pitchFamily="2" charset="-79"/>
              </a:rPr>
              <a:t>תקשורת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0B72E4B-6DF0-727C-691B-F53A00329D3D}"/>
              </a:ext>
            </a:extLst>
          </p:cNvPr>
          <p:cNvGrpSpPr/>
          <p:nvPr/>
        </p:nvGrpSpPr>
        <p:grpSpPr>
          <a:xfrm>
            <a:off x="8424594" y="5346246"/>
            <a:ext cx="2169108" cy="1484504"/>
            <a:chOff x="8102306" y="5327061"/>
            <a:chExt cx="2169108" cy="1484504"/>
          </a:xfrm>
        </p:grpSpPr>
        <p:sp>
          <p:nvSpPr>
            <p:cNvPr id="43" name="TextBox 3">
              <a:extLst>
                <a:ext uri="{FF2B5EF4-FFF2-40B4-BE49-F238E27FC236}">
                  <a16:creationId xmlns:a16="http://schemas.microsoft.com/office/drawing/2014/main" id="{8E907862-F674-5CCE-10A8-4D9F344764EC}"/>
                </a:ext>
              </a:extLst>
            </p:cNvPr>
            <p:cNvSpPr txBox="1"/>
            <p:nvPr/>
          </p:nvSpPr>
          <p:spPr>
            <a:xfrm>
              <a:off x="8102306" y="5327061"/>
              <a:ext cx="21691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defTabSz="914400" rtl="0" eaLnBrk="1" latinLnBrk="0" hangingPunct="1"/>
              <a:r>
                <a:rPr lang="he-IL" sz="2000" dirty="0">
                  <a:solidFill>
                    <a:srgbClr val="08525B"/>
                  </a:solidFill>
                  <a:latin typeface="Rubik" pitchFamily="2" charset="-79"/>
                  <a:cs typeface="Rubik" pitchFamily="2" charset="-79"/>
                </a:rPr>
                <a:t>משוואות החומר (מצב מוצק)</a:t>
              </a:r>
            </a:p>
          </p:txBody>
        </p:sp>
        <p:pic>
          <p:nvPicPr>
            <p:cNvPr id="1034" name="Picture 10" descr="Solid State Physics : Application Of Basic Solid State Physics">
              <a:extLst>
                <a:ext uri="{FF2B5EF4-FFF2-40B4-BE49-F238E27FC236}">
                  <a16:creationId xmlns:a16="http://schemas.microsoft.com/office/drawing/2014/main" id="{E08F95EE-3259-40BE-321E-385B323E69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284" t="18358" r="16581" b="17926"/>
            <a:stretch/>
          </p:blipFill>
          <p:spPr bwMode="auto">
            <a:xfrm>
              <a:off x="8617367" y="5969833"/>
              <a:ext cx="938565" cy="841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CEDD6199-E8EB-55C7-58A8-BB6BC8F66ED5}"/>
              </a:ext>
            </a:extLst>
          </p:cNvPr>
          <p:cNvSpPr txBox="1"/>
          <p:nvPr/>
        </p:nvSpPr>
        <p:spPr>
          <a:xfrm>
            <a:off x="19896901" y="11482754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>
              <a:latin typeface="Rubik" pitchFamily="2" charset="-79"/>
              <a:cs typeface="Rubik" pitchFamily="2" charset="-79"/>
            </a:endParaRPr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5AE86858-8C8D-F418-3AED-EFF206249A00}"/>
              </a:ext>
            </a:extLst>
          </p:cNvPr>
          <p:cNvGrpSpPr/>
          <p:nvPr/>
        </p:nvGrpSpPr>
        <p:grpSpPr>
          <a:xfrm>
            <a:off x="4098494" y="2900178"/>
            <a:ext cx="2011122" cy="2409198"/>
            <a:chOff x="4098494" y="2900178"/>
            <a:chExt cx="2011122" cy="2409198"/>
          </a:xfrm>
        </p:grpSpPr>
        <p:sp>
          <p:nvSpPr>
            <p:cNvPr id="24" name="TextBox 3">
              <a:extLst>
                <a:ext uri="{FF2B5EF4-FFF2-40B4-BE49-F238E27FC236}">
                  <a16:creationId xmlns:a16="http://schemas.microsoft.com/office/drawing/2014/main" id="{50A08079-92A3-75CA-3748-E73842052599}"/>
                </a:ext>
              </a:extLst>
            </p:cNvPr>
            <p:cNvSpPr txBox="1"/>
            <p:nvPr/>
          </p:nvSpPr>
          <p:spPr>
            <a:xfrm>
              <a:off x="4289932" y="2900178"/>
              <a:ext cx="18196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defTabSz="914400" rtl="0" eaLnBrk="1" latinLnBrk="0" hangingPunct="1"/>
              <a:r>
                <a:rPr lang="he-IL" sz="2000" dirty="0">
                  <a:solidFill>
                    <a:srgbClr val="08525B"/>
                  </a:solidFill>
                  <a:latin typeface="Rubik" pitchFamily="2" charset="-79"/>
                  <a:cs typeface="Rubik" pitchFamily="2" charset="-79"/>
                </a:rPr>
                <a:t>אפנון מידע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CDFC6CA-31AA-8CDF-B92E-BDC5F15A9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8494" y="3429000"/>
              <a:ext cx="1822960" cy="18803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9" name="תמונה 28" descr="תמונה שמכילה טקסט, צילום מסך, תצוגה, מספר">
            <a:extLst>
              <a:ext uri="{FF2B5EF4-FFF2-40B4-BE49-F238E27FC236}">
                <a16:creationId xmlns:a16="http://schemas.microsoft.com/office/drawing/2014/main" id="{96ECDE3C-7BF9-587A-3D23-6A500FC04EF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17855" b="12467"/>
          <a:stretch>
            <a:fillRect/>
          </a:stretch>
        </p:blipFill>
        <p:spPr>
          <a:xfrm>
            <a:off x="1921046" y="3691241"/>
            <a:ext cx="2186639" cy="152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7523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8679</TotalTime>
  <Words>57</Words>
  <Application>Microsoft Office PowerPoint</Application>
  <PresentationFormat>מסך רחב</PresentationFormat>
  <Paragraphs>16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Rubik</vt:lpstr>
      <vt:lpstr>ערכת נושא Office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m1222306</dc:creator>
  <cp:lastModifiedBy>yoav palti</cp:lastModifiedBy>
  <cp:revision>105</cp:revision>
  <dcterms:created xsi:type="dcterms:W3CDTF">2020-05-17T06:58:19Z</dcterms:created>
  <dcterms:modified xsi:type="dcterms:W3CDTF">2025-10-20T11:46:29Z</dcterms:modified>
</cp:coreProperties>
</file>